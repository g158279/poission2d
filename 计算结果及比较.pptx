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53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0B9C7-7FFB-4C76-8E3E-9781161BB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B80760-A5FF-48D5-8C35-ACBBE695F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657FDE-65F4-4903-A634-69B6C8E2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5B5662-398E-44E4-9DEC-DCD834A1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1A73D6-3E45-4752-BFFC-C5A2C1B4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7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7B758-03FC-4CF8-8ACD-BBA7A8B8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D85510-D099-4ECC-BC54-F1BE063DF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5D11A-48D3-4A81-86DA-EC31BA8C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03F46-CFA3-487C-AFE4-A051DED3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3F69-F8EF-4F87-9D31-46B17C40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5B98F-9DCE-4A3A-9A3E-7B75BDC0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2444EC-6F72-49B8-AE0B-BA3560B09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71064-43B5-4D44-A58B-0FC0AA6A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4FFB1-B921-4C24-BD1A-999C30FF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EE806-D90C-46BB-AEBB-82403A88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66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157C4-EDED-42CC-B53D-93183484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5D63A-8A38-4741-8A38-D4450B760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8E4724-B347-4F01-9868-344881C48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3BAA89-2BD7-4B5B-9FED-75DFA7BBE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9AF1AA-22B6-4F89-A12B-7A71102D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832EE7-F49F-4202-8335-71A29C19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8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10848-3A69-4ED2-AC3C-E06F50A5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141A1C-6402-4D1A-BC40-D638EF75D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7B0AA1-EF3F-4A51-931E-10DE1E134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70C66F-0839-4FDE-8F24-238634B54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4CD40D-6D94-4727-9867-575BFC264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554BFA-6B0B-4FB6-8D27-DAEB4047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9A6CB0-5C65-4E72-9970-0BBA98E6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BFB228-F13B-4864-8297-62AFD272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9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76514-7FFD-4506-AFE0-48EDBF9A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9C34B8-BC52-42A3-BCE7-855EA6671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F79CAB-786D-44DB-9FFD-E54B9DE3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D1EC11-0E74-4909-BE21-B0DEDA61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7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1361C9-D302-49E2-8FE3-5F5514B9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057C8E-75AE-40AE-92BE-3FEEBE53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8BB018-0DE7-448D-B221-6836FC09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8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672EC-B46D-4236-B698-E4AEAAF6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CEF80-A4E6-4802-937D-2D39B8067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AFCA3F-3695-4D58-9BE8-2B783988E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A54562-C0BF-4E51-A6C8-D3A16FB8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BF00AD-737B-442D-B747-E183CF70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D76B77-0480-4E89-9507-54E02A3B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6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884E2-8A16-4B51-8656-B09A8775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16734E-E858-4781-B22C-7D56B655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88A35-A8F1-4B1C-8FBC-4CAB2726E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A5AC2-BA67-4AC4-A59E-A6213272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54676B-1887-4D21-8132-A9639730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D0063B-4BD1-4766-9AC9-B6362CF6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8B112-EDB9-48F8-90D7-1532AE194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56C9E9-1DFE-4F56-9AD1-7055DDC75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6F95C5-E803-4510-AEFD-42846DC43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935045-D436-4A22-B9BF-FEAF4770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C67DF7-75BB-4CF5-9A0E-20F685BF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5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512B2C-258F-46AE-8F92-53CFC0802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F9B794-1216-459B-9D1D-7EE49A04A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47DD9C-A67D-4625-8E88-1B8CF68B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7FB4B-6CF5-402C-9385-73469F47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B699AF-CDC3-49B4-92E9-1B6F81FC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8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0BDDF3-F4E7-4056-A9F1-1F0F44E3C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DAEB4C-EC23-4339-9405-E256B1F41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80C07-E0E9-486C-9D83-4152FA46D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03C1D-7738-4243-8B40-9A5A9009660F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3DE89-818E-41B8-B4EA-50D2F20BC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9CBB41-1B76-4415-860C-BB45F7A81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FC360-C242-4BDD-A0C2-E2382ED85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9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6B797-A2A2-4BDC-ADBF-AA71EB57E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二维非线性泊松方程求解结果</a:t>
            </a:r>
            <a:endParaRPr 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67E184-86D5-4CAE-B9E4-CCB67461E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zh-CN" altLang="en-US" dirty="0"/>
              <a:t>郭忠青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1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61AF5-76D4-4E67-B0FC-1FC00A64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与解析解的比较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0A533C-67AE-4BBE-B1AF-576CFEB44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1814381"/>
            <a:ext cx="103727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7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CF35A-B5B5-4482-866F-8A8CBE0C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与解析解的比较（矩形网格）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F7CE48-9407-4F07-BB20-DA87BF986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052" y="568609"/>
            <a:ext cx="2913646" cy="7927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0548E33-164C-4256-AADD-1295D5CD1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189" y="1413852"/>
            <a:ext cx="2755228" cy="24698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2ECE01-8B5F-4848-904C-9457EEC5C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763" y="1413852"/>
            <a:ext cx="2755228" cy="24698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D1E3173-A8BA-4F2E-8F09-ECB794F0A7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189" y="4151283"/>
            <a:ext cx="2886574" cy="246989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1BC74B-A540-45B4-9B12-DDA8EE0A50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604" y="4147064"/>
            <a:ext cx="2581619" cy="246989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F5FFFD3-B9B6-4492-A067-C1A53E61D16F}"/>
              </a:ext>
            </a:extLst>
          </p:cNvPr>
          <p:cNvSpPr txBox="1"/>
          <p:nvPr/>
        </p:nvSpPr>
        <p:spPr>
          <a:xfrm>
            <a:off x="3402491" y="6550221"/>
            <a:ext cx="1396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解析解 </a:t>
            </a:r>
            <a:r>
              <a:rPr lang="en-US" altLang="zh-CN" sz="1400" dirty="0"/>
              <a:t>- </a:t>
            </a:r>
            <a:r>
              <a:rPr lang="zh-CN" altLang="en-US" sz="1400" dirty="0"/>
              <a:t>数值解</a:t>
            </a:r>
            <a:endParaRPr 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D8BE3A-253E-4637-AEA4-EF518895CCDB}"/>
              </a:ext>
            </a:extLst>
          </p:cNvPr>
          <p:cNvSpPr txBox="1"/>
          <p:nvPr/>
        </p:nvSpPr>
        <p:spPr>
          <a:xfrm>
            <a:off x="3721531" y="385037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数值解</a:t>
            </a:r>
            <a:endParaRPr 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6CA4E44-B365-4972-806C-F64F81DE9AAD}"/>
              </a:ext>
            </a:extLst>
          </p:cNvPr>
          <p:cNvSpPr txBox="1"/>
          <p:nvPr/>
        </p:nvSpPr>
        <p:spPr>
          <a:xfrm>
            <a:off x="6642684" y="385037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解析解</a:t>
            </a:r>
            <a:endParaRPr 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401DE0-462D-436C-B62F-F266914BE3A3}"/>
              </a:ext>
            </a:extLst>
          </p:cNvPr>
          <p:cNvSpPr txBox="1"/>
          <p:nvPr/>
        </p:nvSpPr>
        <p:spPr>
          <a:xfrm>
            <a:off x="5977640" y="6550221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相对误差随网格密度的变化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5960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630CA-3B8B-4534-91CF-8B4D0350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与解析解的比较（三角形网格）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A717D1-4345-4389-9A96-811FF5323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749" y="1482756"/>
            <a:ext cx="2781306" cy="24932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243D63B-DA6D-4CD4-AE39-52D149CBF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055" y="1482755"/>
            <a:ext cx="2781306" cy="249326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AA5F31C-B895-4546-97C9-13AB815FC0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749" y="4143798"/>
            <a:ext cx="2909937" cy="24898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01207DB-359A-4451-AE53-635ECDF077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86" y="4143797"/>
            <a:ext cx="2599639" cy="248713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893F37A-BE96-40A6-8EDB-D0A0E6337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7665" y="632443"/>
            <a:ext cx="2992689" cy="7909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0BA7DE5-C2CD-49C9-95A0-7B5C870A2335}"/>
              </a:ext>
            </a:extLst>
          </p:cNvPr>
          <p:cNvSpPr txBox="1"/>
          <p:nvPr/>
        </p:nvSpPr>
        <p:spPr>
          <a:xfrm>
            <a:off x="3447818" y="6550223"/>
            <a:ext cx="1396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解析解 </a:t>
            </a:r>
            <a:r>
              <a:rPr lang="en-US" altLang="zh-CN" sz="1400" dirty="0"/>
              <a:t>- </a:t>
            </a:r>
            <a:r>
              <a:rPr lang="zh-CN" altLang="en-US" sz="1400" dirty="0"/>
              <a:t>数值解</a:t>
            </a:r>
            <a:endParaRPr 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8D9260-5615-4781-AC64-DAED1776FB17}"/>
              </a:ext>
            </a:extLst>
          </p:cNvPr>
          <p:cNvSpPr txBox="1"/>
          <p:nvPr/>
        </p:nvSpPr>
        <p:spPr>
          <a:xfrm>
            <a:off x="3784449" y="390602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数值解</a:t>
            </a:r>
            <a:endParaRPr 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91F726-69C7-47B1-B6F9-B81D1F16E860}"/>
              </a:ext>
            </a:extLst>
          </p:cNvPr>
          <p:cNvSpPr txBox="1"/>
          <p:nvPr/>
        </p:nvSpPr>
        <p:spPr>
          <a:xfrm>
            <a:off x="6590777" y="390602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解析解</a:t>
            </a:r>
            <a:endParaRPr 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4E283A-49E8-4564-B42B-954310904BC1}"/>
              </a:ext>
            </a:extLst>
          </p:cNvPr>
          <p:cNvSpPr txBox="1"/>
          <p:nvPr/>
        </p:nvSpPr>
        <p:spPr>
          <a:xfrm>
            <a:off x="5990223" y="6550222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相对误差随网格密度的变化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2478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09F35-B7B2-454F-89C7-90EB87A1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与例子的比较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08EEF1-236B-496E-9B91-BEFC959F3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18" y="2537673"/>
            <a:ext cx="6817541" cy="24215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9784149-3416-486A-8AE9-8C1C9C759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472" y="1385424"/>
            <a:ext cx="2564387" cy="527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7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067E7-6956-445F-A021-10A63A2E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与例子的比较（矩形网格）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CEFA8ED-C03E-496E-BE2D-A5A7FF3B3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0956" y="4364279"/>
            <a:ext cx="3864093" cy="14286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14A5906-9046-47A2-A4A7-5F59E5117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95" y="1793751"/>
            <a:ext cx="2254824" cy="46349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7660209-B744-4D13-A6E7-C3DF046A5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277" y="1924117"/>
            <a:ext cx="3313011" cy="17118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B9746DB-6272-40B1-B589-0403129CB3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426" y="3869421"/>
            <a:ext cx="2449073" cy="24932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15E3647-A73D-4B2F-8652-EEA3BF0A73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538" y="1697004"/>
            <a:ext cx="4002511" cy="222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8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E9F37B-2564-4AC4-9B91-02516C7BC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与例子的比较（三角形网格）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7DBF884-B195-4395-AFF1-418392B52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8580" y="4335917"/>
            <a:ext cx="4097436" cy="14860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9396A0E-F685-4788-B7EC-DCA46A9B6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539" y="1690688"/>
            <a:ext cx="4019063" cy="22311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8171F7-E002-491B-9B38-E97776DFD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95" y="1793751"/>
            <a:ext cx="2254824" cy="46349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2015A37-34D2-440A-B8FB-F780ED7928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741" y="2036482"/>
            <a:ext cx="3287442" cy="169866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96E9962-A3B6-4ECF-B4BB-CA671796C7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441" y="3921853"/>
            <a:ext cx="2434559" cy="24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94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72</Words>
  <Application>Microsoft Office PowerPoint</Application>
  <PresentationFormat>宽屏</PresentationFormat>
  <Paragraphs>17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Calibri Light</vt:lpstr>
      <vt:lpstr>Office 主题​​</vt:lpstr>
      <vt:lpstr>二维非线性泊松方程求解结果</vt:lpstr>
      <vt:lpstr>与解析解的比较</vt:lpstr>
      <vt:lpstr>与解析解的比较（矩形网格）</vt:lpstr>
      <vt:lpstr>与解析解的比较（三角形网格）</vt:lpstr>
      <vt:lpstr>与例子的比较</vt:lpstr>
      <vt:lpstr>与例子的比较（矩形网格）</vt:lpstr>
      <vt:lpstr>与例子的比较（三角形网格）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二维非线性泊松方程求解结果</dc:title>
  <dc:creator>G Zq</dc:creator>
  <cp:lastModifiedBy>G Zq</cp:lastModifiedBy>
  <cp:revision>8</cp:revision>
  <dcterms:created xsi:type="dcterms:W3CDTF">2024-09-08T20:19:53Z</dcterms:created>
  <dcterms:modified xsi:type="dcterms:W3CDTF">2024-09-08T20:56:13Z</dcterms:modified>
</cp:coreProperties>
</file>