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&#65279;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Relationship Id="CAWMP6BV796Q06BGQVR8KL0Y7N8MOAYRQE06XJDWXGP8TQLT6DBRVCJAFYYHPFRRXSM6EOLJZHKD8LXJENFT0FFN89CMWHWBBJOD0HB373A4329774E91357533CF4F35634F734" Type="http://schemas.microsoft.com/office/2006/relationships/officeDocumentMain" Target="docProps/core.xml"/><Relationship Id="CGWMQ6GC7R9A05BGRAR80L0C7NN0OAYR9X0XBJDWXFFRTDLTZ6BJIC0IFY5HPCRRXNMXCOLYZIA78IXJRXFA0FFW8RN0WH5BANODPHB3CC0E7840CE2A99CE406B063E6DAC10AE" Type="http://schemas.microsoft.com/office/2006/relationships/officeDocumentExtended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53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F0B9C7-7FFB-4C76-8E3E-9781161BB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B80760-A5FF-48D5-8C35-ACBBE695F0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657FDE-65F4-4903-A634-69B6C8E20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5B5662-398E-44E4-9DEC-DCD834A14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1A73D6-3E45-4752-BFFC-C5A2C1B4F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372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47B758-03FC-4CF8-8ACD-BBA7A8B81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D85510-D099-4ECC-BC54-F1BE063DF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285D11A-48D3-4A81-86DA-EC31BA8C6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103F46-CFA3-487C-AFE4-A051DED31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AC3F69-F8EF-4F87-9D31-46B17C405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038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C5B98F-9DCE-4A3A-9A3E-7B75BDC02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42444EC-6F72-49B8-AE0B-BA3560B09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A71064-43B5-4D44-A58B-0FC0AA6AE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C4FFB1-B921-4C24-BD1A-999C30FF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7EE806-D90C-46BB-AEBB-82403A884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566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5157C4-EDED-42CC-B53D-931834847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935D63A-8A38-4741-8A38-D4450B7604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28E4724-B347-4F01-9868-344881C483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33BAA89-2BD7-4B5B-9FED-75DFA7BBE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29AF1AA-22B6-4F89-A12B-7A71102DF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832EE7-F49F-4202-8335-71A29C19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82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E10848-3A69-4ED2-AC3C-E06F50A52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141A1C-6402-4D1A-BC40-D638EF75DA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77B0AA1-EF3F-4A51-931E-10DE1E1347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570C66F-0839-4FDE-8F24-238634B54D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64CD40D-6D94-4727-9867-575BFC2645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3554BFA-6B0B-4FB6-8D27-DAEB40474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69A6CB0-5C65-4E72-9970-0BBA98E69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BFB228-F13B-4864-8297-62AFD272D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99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C76514-7FFD-4506-AFE0-48EDBF9A3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29C34B8-BC52-42A3-BCE7-855EA6671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8F79CAB-786D-44DB-9FFD-E54B9DE3A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5D1EC11-0E74-4909-BE21-B0DEDA61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275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C1361C9-D302-49E2-8FE3-5F5514B9E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9057C8E-75AE-40AE-92BE-3FEEBE53F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8BB018-0DE7-448D-B221-6836FC098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78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4672EC-B46D-4236-B698-E4AEAAF65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9CEF80-A4E6-4802-937D-2D39B8067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8AFCA3F-3695-4D58-9BE8-2B783988EE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A54562-C0BF-4E51-A6C8-D3A16FB81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2BF00AD-737B-442D-B747-E183CF70F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AD76B77-0480-4E89-9507-54E02A3B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62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7884E2-8A16-4B51-8656-B09A8775E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016734E-E858-4781-B22C-7D56B65549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6F88A35-A8F1-4B1C-8FBC-4CAB2726EA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08A5AC2-BA67-4AC4-A59E-A6213272F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C54676B-1887-4D21-8132-A96397305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6D0063B-4BD1-4766-9AC9-B6362CF6D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921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98B112-EDB9-48F8-90D7-1532AE194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256C9E9-1DFE-4F56-9AD1-7055DDC75D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6F95C5-E803-4510-AEFD-42846DC43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935045-D436-4A22-B9BF-FEAF4770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C67DF7-75BB-4CF5-9A0E-20F685BF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05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B512B2C-258F-46AE-8F92-53CFC0802E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5F9B794-1216-459B-9D1D-7EE49A04AA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47DD9C-A67D-4625-8E88-1B8CF68BB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77FB4B-6CF5-402C-9385-73469F47F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B699AF-CDC3-49B4-92E9-1B6F81FC4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80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A0BDDF3-F4E7-4056-A9F1-1F0F44E3C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DAEB4C-EC23-4339-9405-E256B1F41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E80C07-E0E9-486C-9D83-4152FA46DC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C03C1D-7738-4243-8B40-9A5A9009660F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43DE89-818E-41B8-B4EA-50D2F20BC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9CBB41-1B76-4415-860C-BB45F7A812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CFC360-C242-4BDD-A0C2-E2382ED85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791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A6B797-A2A2-4BDC-ADBF-AA71EB57E3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en-US" sz="4400" dirty="0"/>
              <a:t>二维非线性泊松方程求解结果</a:t>
            </a:r>
            <a:endParaRPr lang="en-US" sz="4400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567E184-86D5-4CAE-B9E4-CCB67461EE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zh-CN" altLang="en-US" dirty="0"/>
              <a:t>郭忠青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313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C61AF5-76D4-4E67-B0FC-1FC00A64E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与解析解的比较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E0A533C-67AE-4BBE-B1AF-576CFEB44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37" y="1814381"/>
            <a:ext cx="10372725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17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4CF35A-B5B5-4482-866F-8A8CBE0C9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与解析解的比较（矩形网格）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DF7CE48-9407-4F07-BB20-DA87BF986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7052" y="568609"/>
            <a:ext cx="2913646" cy="79275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0548E33-164C-4256-AADD-1295D5CD14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189" y="1413852"/>
            <a:ext cx="2755228" cy="246989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C2ECE01-8B5F-4848-904C-9457EEC5CE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2763" y="1413852"/>
            <a:ext cx="2755228" cy="246989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D1E3173-A8BA-4F2E-8F09-ECB794F0A7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189" y="4151283"/>
            <a:ext cx="2886574" cy="2469892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0F1BC74B-A540-45B4-9B12-DDA8EE0A50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1604" y="4147064"/>
            <a:ext cx="2581619" cy="2469893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5F5FFFD3-B9B6-4492-A067-C1A53E61D16F}"/>
              </a:ext>
            </a:extLst>
          </p:cNvPr>
          <p:cNvSpPr txBox="1"/>
          <p:nvPr/>
        </p:nvSpPr>
        <p:spPr>
          <a:xfrm>
            <a:off x="3402491" y="6550221"/>
            <a:ext cx="1396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解析解 </a:t>
            </a:r>
            <a:r>
              <a:rPr lang="en-US" altLang="zh-CN" sz="1400" dirty="0"/>
              <a:t>- </a:t>
            </a:r>
            <a:r>
              <a:rPr lang="zh-CN" altLang="en-US" sz="1400" dirty="0"/>
              <a:t>数值解</a:t>
            </a:r>
            <a:endParaRPr lang="en-US" sz="1400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D8BE3A-253E-4637-AEA4-EF518895CCDB}"/>
              </a:ext>
            </a:extLst>
          </p:cNvPr>
          <p:cNvSpPr txBox="1"/>
          <p:nvPr/>
        </p:nvSpPr>
        <p:spPr>
          <a:xfrm>
            <a:off x="3721531" y="3850377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数值解</a:t>
            </a:r>
            <a:endParaRPr lang="en-US" sz="14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6CA4E44-B365-4972-806C-F64F81DE9AAD}"/>
              </a:ext>
            </a:extLst>
          </p:cNvPr>
          <p:cNvSpPr txBox="1"/>
          <p:nvPr/>
        </p:nvSpPr>
        <p:spPr>
          <a:xfrm>
            <a:off x="6642684" y="3850377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解析解</a:t>
            </a:r>
            <a:endParaRPr lang="en-US" sz="14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B401DE0-462D-436C-B62F-F266914BE3A3}"/>
              </a:ext>
            </a:extLst>
          </p:cNvPr>
          <p:cNvSpPr txBox="1"/>
          <p:nvPr/>
        </p:nvSpPr>
        <p:spPr>
          <a:xfrm>
            <a:off x="5977640" y="6550221"/>
            <a:ext cx="2339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相对误差随网格密度的变化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59609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630CA-3B8B-4534-91CF-8B4D0350E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与解析解的比较（三角形网格）</a:t>
            </a:r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5A717D1-4345-4389-9A96-811FF5323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9749" y="1482756"/>
            <a:ext cx="2781306" cy="249326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243D63B-DA6D-4CD4-AE39-52D149CBF3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1055" y="1482755"/>
            <a:ext cx="2781306" cy="249326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AA5F31C-B895-4546-97C9-13AB815FC0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9749" y="4143798"/>
            <a:ext cx="2909937" cy="248988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01207DB-359A-4451-AE53-635ECDF077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686" y="4143797"/>
            <a:ext cx="2599639" cy="248713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893F37A-BE96-40A6-8EDB-D0A0E6337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665" y="632443"/>
            <a:ext cx="2992689" cy="790925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0BA7DE5-C2CD-49C9-95A0-7B5C870A2335}"/>
              </a:ext>
            </a:extLst>
          </p:cNvPr>
          <p:cNvSpPr txBox="1"/>
          <p:nvPr/>
        </p:nvSpPr>
        <p:spPr>
          <a:xfrm>
            <a:off x="3447818" y="6550223"/>
            <a:ext cx="1396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解析解 </a:t>
            </a:r>
            <a:r>
              <a:rPr lang="en-US" altLang="zh-CN" sz="1400" dirty="0"/>
              <a:t>- </a:t>
            </a:r>
            <a:r>
              <a:rPr lang="zh-CN" altLang="en-US" sz="1400" dirty="0"/>
              <a:t>数值解</a:t>
            </a:r>
            <a:endParaRPr lang="en-US" sz="14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8D9260-5615-4781-AC64-DAED1776FB17}"/>
              </a:ext>
            </a:extLst>
          </p:cNvPr>
          <p:cNvSpPr txBox="1"/>
          <p:nvPr/>
        </p:nvSpPr>
        <p:spPr>
          <a:xfrm>
            <a:off x="3784449" y="390602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数值解</a:t>
            </a:r>
            <a:endParaRPr lang="en-US" sz="14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91F726-69C7-47B1-B6F9-B81D1F16E860}"/>
              </a:ext>
            </a:extLst>
          </p:cNvPr>
          <p:cNvSpPr txBox="1"/>
          <p:nvPr/>
        </p:nvSpPr>
        <p:spPr>
          <a:xfrm>
            <a:off x="6590777" y="390602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解析解</a:t>
            </a:r>
            <a:endParaRPr lang="en-US" sz="14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14E283A-49E8-4564-B42B-954310904BC1}"/>
              </a:ext>
            </a:extLst>
          </p:cNvPr>
          <p:cNvSpPr txBox="1"/>
          <p:nvPr/>
        </p:nvSpPr>
        <p:spPr>
          <a:xfrm>
            <a:off x="5990223" y="6550222"/>
            <a:ext cx="2339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相对误差随网格密度的变化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24784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C09F35-B7B2-454F-89C7-90EB87A1F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与例子的比较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008EEF1-236B-496E-9B91-BEFC959F38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018" y="2537673"/>
            <a:ext cx="6817541" cy="242153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784149-3416-486A-8AE9-8C1C9C759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472" y="1385424"/>
            <a:ext cx="2564387" cy="527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571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2067E7-6956-445F-A021-10A63A2EF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与例子的比较（矩形网格）</a:t>
            </a:r>
            <a:endParaRPr 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ECEFA8ED-C03E-496E-BE2D-A5A7FF3B39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10956" y="4364279"/>
            <a:ext cx="3864093" cy="142862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14A5906-9046-47A2-A4A7-5F59E5117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295" y="1793751"/>
            <a:ext cx="2254824" cy="463491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7660209-B744-4D13-A6E7-C3DF046A5E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277" y="1924117"/>
            <a:ext cx="3313011" cy="171187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B9746DB-6272-40B1-B589-0403129CB3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1426" y="3869421"/>
            <a:ext cx="2449073" cy="249326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215E3647-A73D-4B2F-8652-EEA3BF0A73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2538" y="1697004"/>
            <a:ext cx="4002511" cy="2221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86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E9F37B-2564-4AC4-9B91-02516C7BC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与例子的比较（三角形网格）</a:t>
            </a:r>
            <a:endParaRPr 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27DBF884-B195-4395-AFF1-418392B52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48580" y="4335917"/>
            <a:ext cx="4097436" cy="148604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9396A0E-F685-4788-B7EC-DCA46A9B6B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2539" y="1690688"/>
            <a:ext cx="4019063" cy="22311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B8171F7-E002-491B-9B38-E97776DFD3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95" y="1793751"/>
            <a:ext cx="2254824" cy="463491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2015A37-34D2-440A-B8FB-F780ED7928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5741" y="2036482"/>
            <a:ext cx="3287442" cy="169866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96E9962-A3B6-4ECF-B4BB-CA671796C7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1441" y="3921853"/>
            <a:ext cx="2434559" cy="24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194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72</Words>
  <Application>Microsoft Office PowerPoint</Application>
  <PresentationFormat>宽屏</PresentationFormat>
  <Paragraphs>17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3" baseType="lpstr">
      <vt:lpstr>等线</vt:lpstr>
      <vt:lpstr>等线 Light</vt:lpstr>
      <vt:lpstr>Arial</vt:lpstr>
      <vt:lpstr>Calibri</vt:lpstr>
      <vt:lpstr>Calibri Light</vt:lpstr>
      <vt:lpstr>Office 主题​​</vt:lpstr>
      <vt:lpstr>二维非线性泊松方程求解结果</vt:lpstr>
      <vt:lpstr>与解析解的比较</vt:lpstr>
      <vt:lpstr>与解析解的比较（矩形网格）</vt:lpstr>
      <vt:lpstr>与解析解的比较（三角形网格）</vt:lpstr>
      <vt:lpstr>与例子的比较</vt:lpstr>
      <vt:lpstr>与例子的比较（矩形网格）</vt:lpstr>
      <vt:lpstr>与例子的比较（三角形网格）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二维非线性泊松方程求解结果</dc:title>
  <dc:creator>G Zq</dc:creator>
  <cp:lastModifiedBy>G Zq</cp:lastModifiedBy>
  <cp:revision>8</cp:revision>
  <dcterms:created xsi:type="dcterms:W3CDTF">2024-09-08T20:19:53Z</dcterms:created>
  <dcterms:modified xsi:type="dcterms:W3CDTF">2024-09-08T20:56:13Z</dcterms:modified>
</cp:coreProperties>
</file>